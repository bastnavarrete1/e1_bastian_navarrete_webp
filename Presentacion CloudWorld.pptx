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3"/>
  </p:notesMasterIdLst>
  <p:handoutMasterIdLst>
    <p:handoutMasterId r:id="rId14"/>
  </p:handoutMasterIdLst>
  <p:sldIdLst>
    <p:sldId id="410" r:id="rId5"/>
    <p:sldId id="383" r:id="rId6"/>
    <p:sldId id="391" r:id="rId7"/>
    <p:sldId id="411" r:id="rId8"/>
    <p:sldId id="408" r:id="rId9"/>
    <p:sldId id="407" r:id="rId10"/>
    <p:sldId id="412" r:id="rId11"/>
    <p:sldId id="398" r:id="rId12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29" autoAdjust="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286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E92A46E5-772B-4A8A-A167-62663A29553C}" type="datetime1">
              <a:rPr lang="es-ES" smtClean="0"/>
              <a:t>08/05/2026</a:t>
            </a:fld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E2C230DF-5933-439D-898F-38E9AC9BA688}" type="slidenum">
              <a:rPr lang="es-ES" smtClean="0"/>
              <a:t>‹Nº›</a:t>
            </a:fld>
            <a:endParaRPr lang="es-ES" dirty="0"/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8" name="Marcador de encabezado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16DB30B6-91B7-493F-B445-96E1D2848A7B}" type="datetime1">
              <a:rPr lang="es-ES" smtClean="0"/>
              <a:t>08/05/2026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A89C7E07-3C67-C64C-8DA0-0404F6303970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830B5-E470-D64E-523B-3CBC535BB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071A067-77F7-D1ED-6282-2160000BB9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D3A5FD0-37DF-099B-C485-77D1DBDE74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29FA4A2-65BB-0B35-3B11-9B42A2C43D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966396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011604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E82C7-BAAE-C475-DD7C-2EAB69F5E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CA4E5DE-7AB0-4380-E148-200E195106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96A4AD-7B2D-720B-A741-B5A5BA9DCD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ACDF7E8-6814-83D5-F486-E5692BC94B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721166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es-ES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forma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</p:grpSp>
      <p:sp>
        <p:nvSpPr>
          <p:cNvPr id="12" name="Título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 spc="50" baseline="0">
                <a:latin typeface="+mj-lt"/>
              </a:defRPr>
            </a:lvl1pPr>
          </a:lstStyle>
          <a:p>
            <a:pPr rtl="0"/>
            <a:r>
              <a:rPr lang="es-ES" noProof="0" dirty="0"/>
              <a:t>Haga clic para agregar un título </a:t>
            </a:r>
          </a:p>
        </p:txBody>
      </p:sp>
      <p:sp>
        <p:nvSpPr>
          <p:cNvPr id="2" name="Marcador de contenido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s-E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lang="es-ES" sz="2000"/>
            </a:lvl2pPr>
            <a:lvl3pPr indent="-283464">
              <a:spcBef>
                <a:spcPts val="1800"/>
              </a:spcBef>
              <a:defRPr lang="es-ES" sz="2000"/>
            </a:lvl3pPr>
            <a:lvl4pPr indent="-283464">
              <a:spcBef>
                <a:spcPts val="1800"/>
              </a:spcBef>
              <a:defRPr lang="es-ES" sz="2000"/>
            </a:lvl4pPr>
            <a:lvl5pPr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 noProof="0" dirty="0"/>
              <a:t>Haga clic para agregar contenido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3" name="Marcador de número de diapositiva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  <p:sp>
        <p:nvSpPr>
          <p:cNvPr id="42" name="Marcador de fecha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 dirty="0">
              <a:latin typeface="+mn-lt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secció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 rtlCol="0">
            <a:noAutofit/>
          </a:bodyPr>
          <a:lstStyle>
            <a:lvl1pPr marL="0" indent="0" algn="ctr">
              <a:buNone/>
              <a:defRPr lang="es-ES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es-ES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es-ES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es-ES" sz="4000"/>
            </a:lvl2pPr>
            <a:lvl3pPr>
              <a:defRPr lang="es-ES" sz="4000"/>
            </a:lvl3pPr>
            <a:lvl4pPr>
              <a:defRPr lang="es-ES" sz="4000"/>
            </a:lvl4pPr>
            <a:lvl5pPr>
              <a:defRPr lang="es-ES" sz="4000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upo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orma libre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2" name="Forma libre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3" name="Forma libre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2" name="Marcador de contenido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lang="es-ES" sz="2000"/>
            </a:lvl1pPr>
            <a:lvl2pPr indent="-283464">
              <a:spcBef>
                <a:spcPts val="1800"/>
              </a:spcBef>
              <a:defRPr lang="es-ES" sz="2000"/>
            </a:lvl2pPr>
            <a:lvl3pPr indent="-283464">
              <a:spcBef>
                <a:spcPts val="1800"/>
              </a:spcBef>
              <a:defRPr lang="es-ES" sz="2000"/>
            </a:lvl3pPr>
            <a:lvl4pPr indent="-283464">
              <a:spcBef>
                <a:spcPts val="1800"/>
              </a:spcBef>
              <a:defRPr lang="es-ES" sz="2000"/>
            </a:lvl4pPr>
            <a:lvl5pPr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es-ES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es-ES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es-ES" sz="4000"/>
            </a:lvl2pPr>
            <a:lvl3pPr>
              <a:defRPr lang="es-ES" sz="4000"/>
            </a:lvl3pPr>
            <a:lvl4pPr>
              <a:defRPr lang="es-ES" sz="4000"/>
            </a:lvl4pPr>
            <a:lvl5pPr>
              <a:defRPr lang="es-ES" sz="4000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dos contenidos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a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3" name="Forma libre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4" name="Forma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2" name="Marcador de contenido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marL="283464" indent="-283464">
              <a:spcBef>
                <a:spcPts val="1800"/>
              </a:spcBef>
              <a:defRPr lang="es-ES" sz="2000"/>
            </a:lvl2pPr>
            <a:lvl3pPr marL="594360" indent="-283464">
              <a:spcBef>
                <a:spcPts val="1800"/>
              </a:spcBef>
              <a:defRPr lang="es-ES" sz="2000"/>
            </a:lvl3pPr>
            <a:lvl4pPr marL="822960" indent="-283464">
              <a:spcBef>
                <a:spcPts val="1800"/>
              </a:spcBef>
              <a:defRPr lang="es-ES" sz="2000"/>
            </a:lvl4pPr>
            <a:lvl5pPr marL="1005840"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3" name="Marcador de contenido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marL="283464" indent="-283464">
              <a:spcBef>
                <a:spcPts val="1800"/>
              </a:spcBef>
              <a:defRPr lang="es-ES" sz="2000"/>
            </a:lvl2pPr>
            <a:lvl3pPr marL="548640" indent="-283464">
              <a:spcBef>
                <a:spcPts val="1800"/>
              </a:spcBef>
              <a:defRPr lang="es-ES" sz="2000"/>
            </a:lvl3pPr>
            <a:lvl4pPr marL="822960" indent="-283464">
              <a:spcBef>
                <a:spcPts val="1800"/>
              </a:spcBef>
              <a:defRPr lang="es-ES" sz="2000"/>
            </a:lvl4pPr>
            <a:lvl5pPr marL="1005840"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forma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3" name="Forma libre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4" name="Forma libre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8" name="Forma libre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9" name="Forma libre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Marcador de conteni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 rtlCol="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lang="es-ES"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lang="es-ES"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lang="es-ES" sz="2000"/>
            </a:lvl3pPr>
            <a:lvl4pPr marL="1371600" indent="0">
              <a:spcBef>
                <a:spcPts val="1800"/>
              </a:spcBef>
              <a:buFont typeface="+mj-lt"/>
              <a:buNone/>
              <a:defRPr lang="es-ES"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endParaRPr lang="es-ES" dirty="0"/>
          </a:p>
        </p:txBody>
      </p:sp>
      <p:sp>
        <p:nvSpPr>
          <p:cNvPr id="2" name="Marcador de contenido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marL="283464" indent="-283464">
              <a:spcBef>
                <a:spcPts val="1800"/>
              </a:spcBef>
              <a:defRPr lang="es-ES" sz="2000"/>
            </a:lvl2pPr>
            <a:lvl3pPr marL="548640" indent="-283464">
              <a:spcBef>
                <a:spcPts val="1800"/>
              </a:spcBef>
              <a:defRPr lang="es-ES" sz="2000"/>
            </a:lvl3pPr>
            <a:lvl4pPr marL="822960" indent="-283464">
              <a:spcBef>
                <a:spcPts val="1800"/>
              </a:spcBef>
              <a:defRPr lang="es-ES" sz="2000"/>
            </a:lvl4pPr>
            <a:lvl5pPr marL="1005840"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e imagen del 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3" name="Marcador de contenido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indent="-283464">
              <a:spcBef>
                <a:spcPts val="1800"/>
              </a:spcBef>
              <a:defRPr lang="es-ES" sz="2000"/>
            </a:lvl2pPr>
            <a:lvl3pPr indent="-283464">
              <a:spcBef>
                <a:spcPts val="1800"/>
              </a:spcBef>
              <a:defRPr lang="es-ES" sz="2000"/>
            </a:lvl3pPr>
            <a:lvl4pPr indent="-283464">
              <a:spcBef>
                <a:spcPts val="1800"/>
              </a:spcBef>
              <a:defRPr lang="es-ES" sz="2000"/>
            </a:lvl4pPr>
            <a:lvl5pPr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y tabla del 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orma libre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7" name="Forma libre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Marcador de conteni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marL="457200" indent="0">
              <a:spcBef>
                <a:spcPts val="1800"/>
              </a:spcBef>
              <a:buNone/>
              <a:defRPr lang="es-ES" sz="2000"/>
            </a:lvl2pPr>
            <a:lvl3pPr marL="914400" indent="0">
              <a:spcBef>
                <a:spcPts val="1800"/>
              </a:spcBef>
              <a:buNone/>
              <a:defRPr lang="es-ES" sz="2000"/>
            </a:lvl3pPr>
            <a:lvl4pPr marL="1371600" indent="0">
              <a:spcBef>
                <a:spcPts val="1800"/>
              </a:spcBef>
              <a:buNone/>
              <a:defRPr lang="es-ES" sz="2000"/>
            </a:lvl4pPr>
            <a:lvl5pPr marL="1828800" indent="0">
              <a:spcBef>
                <a:spcPts val="1800"/>
              </a:spcBef>
              <a:buNone/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es-ES" sz="2000"/>
            </a:lvl1pPr>
            <a:lvl2pPr>
              <a:spcBef>
                <a:spcPts val="600"/>
              </a:spcBef>
              <a:defRPr lang="es-ES" sz="2000"/>
            </a:lvl2pPr>
            <a:lvl3pPr>
              <a:spcBef>
                <a:spcPts val="1800"/>
              </a:spcBef>
              <a:defRPr lang="es-ES" sz="2000"/>
            </a:lvl3pPr>
            <a:lvl4pPr>
              <a:spcBef>
                <a:spcPts val="1800"/>
              </a:spcBef>
              <a:defRPr lang="es-ES" sz="2000"/>
            </a:lvl4pPr>
            <a:lvl5pPr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dos contenido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a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3" name="Forma libre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4" name="Forma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es-ES" sz="2000"/>
            </a:lvl1pPr>
            <a:lvl2pPr>
              <a:spcBef>
                <a:spcPts val="600"/>
              </a:spcBef>
              <a:defRPr lang="es-ES" sz="2000"/>
            </a:lvl2pPr>
            <a:lvl3pPr>
              <a:spcBef>
                <a:spcPts val="1800"/>
              </a:spcBef>
              <a:defRPr lang="es-ES" sz="2000"/>
            </a:lvl3pPr>
            <a:lvl4pPr>
              <a:spcBef>
                <a:spcPts val="1800"/>
              </a:spcBef>
              <a:defRPr lang="es-ES" sz="2000"/>
            </a:lvl4pPr>
            <a:lvl5pPr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7" name="Marcador de conteni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 rtlCol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lang="es-ES" sz="2000"/>
            </a:lvl1pPr>
            <a:lvl2pPr>
              <a:spcBef>
                <a:spcPts val="1800"/>
              </a:spcBef>
              <a:defRPr lang="es-ES" sz="2000"/>
            </a:lvl2pPr>
            <a:lvl3pPr>
              <a:spcBef>
                <a:spcPts val="1800"/>
              </a:spcBef>
              <a:defRPr lang="es-ES" sz="2000"/>
            </a:lvl3pPr>
            <a:lvl4pPr>
              <a:spcBef>
                <a:spcPts val="1800"/>
              </a:spcBef>
              <a:defRPr lang="es-ES" sz="2000"/>
            </a:lvl4pPr>
            <a:lvl5pPr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9" name="Marcador de posición de la tabla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 rtlCol="0">
            <a:noAutofit/>
          </a:bodyPr>
          <a:lstStyle>
            <a:lvl1pPr>
              <a:defRPr lang="es-ES"/>
            </a:lvl1pPr>
          </a:lstStyle>
          <a:p>
            <a:pPr rtl="0"/>
            <a:r>
              <a:rPr lang="es-ES"/>
              <a:t>Haga clic en el icono para agregar una tabla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es-ES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es-ES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es-ES" sz="4000"/>
            </a:lvl2pPr>
            <a:lvl3pPr>
              <a:defRPr lang="es-ES" sz="4000"/>
            </a:lvl3pPr>
            <a:lvl4pPr>
              <a:defRPr lang="es-ES" sz="4000"/>
            </a:lvl4pPr>
            <a:lvl5pPr>
              <a:defRPr lang="es-ES" sz="4000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2" name="Marcador de título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30" name="Marcador de fecha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es-ES"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endParaRPr lang="es-ES" dirty="0">
              <a:latin typeface="+mn-lt"/>
            </a:endParaRPr>
          </a:p>
        </p:txBody>
      </p:sp>
      <p:sp>
        <p:nvSpPr>
          <p:cNvPr id="32" name="Marcador de número de diapositiva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es-ES" sz="1100" b="1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es-ES"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 lang="es-ES">
          <a:solidFill>
            <a:schemeClr val="tx2"/>
          </a:solidFill>
        </a:defRPr>
      </a:lvl2pPr>
      <a:lvl3pPr eaLnBrk="1" hangingPunct="1">
        <a:defRPr lang="es-ES">
          <a:solidFill>
            <a:schemeClr val="tx2"/>
          </a:solidFill>
        </a:defRPr>
      </a:lvl3pPr>
      <a:lvl4pPr eaLnBrk="1" hangingPunct="1">
        <a:defRPr lang="es-ES">
          <a:solidFill>
            <a:schemeClr val="tx2"/>
          </a:solidFill>
        </a:defRPr>
      </a:lvl4pPr>
      <a:lvl5pPr eaLnBrk="1" hangingPunct="1">
        <a:defRPr lang="es-ES">
          <a:solidFill>
            <a:schemeClr val="tx2"/>
          </a:solidFill>
        </a:defRPr>
      </a:lvl5pPr>
      <a:lvl6pPr eaLnBrk="1" hangingPunct="1">
        <a:defRPr lang="es-ES">
          <a:solidFill>
            <a:schemeClr val="tx2"/>
          </a:solidFill>
        </a:defRPr>
      </a:lvl6pPr>
      <a:lvl7pPr eaLnBrk="1" hangingPunct="1">
        <a:defRPr lang="es-ES">
          <a:solidFill>
            <a:schemeClr val="tx2"/>
          </a:solidFill>
        </a:defRPr>
      </a:lvl7pPr>
      <a:lvl8pPr eaLnBrk="1" hangingPunct="1">
        <a:defRPr lang="es-ES">
          <a:solidFill>
            <a:schemeClr val="tx2"/>
          </a:solidFill>
        </a:defRPr>
      </a:lvl8pPr>
      <a:lvl9pPr eaLnBrk="1" hangingPunct="1">
        <a:defRPr lang="es-ES"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s-ES"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 err="1"/>
              <a:t>CloudWorld</a:t>
            </a:r>
            <a:endParaRPr lang="es-ES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686E2935-B704-26DF-EE43-8404B8E1AA72}"/>
              </a:ext>
            </a:extLst>
          </p:cNvPr>
          <p:cNvSpPr txBox="1">
            <a:spLocks/>
          </p:cNvSpPr>
          <p:nvPr/>
        </p:nvSpPr>
        <p:spPr>
          <a:xfrm>
            <a:off x="7496354" y="5451895"/>
            <a:ext cx="4583502" cy="71570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defPPr>
              <a:defRPr lang="es-ES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s-ES" sz="60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es-ES">
                <a:solidFill>
                  <a:schemeClr val="tx2"/>
                </a:solidFill>
              </a:defRPr>
            </a:lvl2pPr>
            <a:lvl3pPr eaLnBrk="1" hangingPunct="1">
              <a:defRPr lang="es-ES">
                <a:solidFill>
                  <a:schemeClr val="tx2"/>
                </a:solidFill>
              </a:defRPr>
            </a:lvl3pPr>
            <a:lvl4pPr eaLnBrk="1" hangingPunct="1">
              <a:defRPr lang="es-ES">
                <a:solidFill>
                  <a:schemeClr val="tx2"/>
                </a:solidFill>
              </a:defRPr>
            </a:lvl4pPr>
            <a:lvl5pPr eaLnBrk="1" hangingPunct="1">
              <a:defRPr lang="es-ES">
                <a:solidFill>
                  <a:schemeClr val="tx2"/>
                </a:solidFill>
              </a:defRPr>
            </a:lvl5pPr>
            <a:lvl6pPr eaLnBrk="1" hangingPunct="1">
              <a:defRPr lang="es-ES">
                <a:solidFill>
                  <a:schemeClr val="tx2"/>
                </a:solidFill>
              </a:defRPr>
            </a:lvl6pPr>
            <a:lvl7pPr eaLnBrk="1" hangingPunct="1">
              <a:defRPr lang="es-ES">
                <a:solidFill>
                  <a:schemeClr val="tx2"/>
                </a:solidFill>
              </a:defRPr>
            </a:lvl7pPr>
            <a:lvl8pPr eaLnBrk="1" hangingPunct="1">
              <a:defRPr lang="es-ES">
                <a:solidFill>
                  <a:schemeClr val="tx2"/>
                </a:solidFill>
              </a:defRPr>
            </a:lvl8pPr>
            <a:lvl9pPr eaLnBrk="1" hangingPunct="1">
              <a:defRPr lang="es-ES">
                <a:solidFill>
                  <a:schemeClr val="tx2"/>
                </a:solidFill>
              </a:defRPr>
            </a:lvl9pPr>
          </a:lstStyle>
          <a:p>
            <a:r>
              <a:rPr lang="es-CL" sz="1600" dirty="0"/>
              <a:t>Bastian Navarrete Labra</a:t>
            </a:r>
          </a:p>
          <a:p>
            <a:r>
              <a:rPr lang="es-CL" sz="1600" dirty="0"/>
              <a:t>Programación Web</a:t>
            </a:r>
          </a:p>
          <a:p>
            <a:r>
              <a:rPr lang="es-CL" sz="1600" dirty="0"/>
              <a:t>08-05-2026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CL" dirty="0"/>
              <a:t>Descripción del proyecto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4360" y="2518494"/>
            <a:ext cx="6788150" cy="3709987"/>
          </a:xfrm>
        </p:spPr>
        <p:txBody>
          <a:bodyPr tIns="457200" rtlCol="0"/>
          <a:lstStyle>
            <a:defPPr>
              <a:defRPr lang="es-ES"/>
            </a:defPPr>
          </a:lstStyle>
          <a:p>
            <a:pPr marL="0" indent="0">
              <a:buNone/>
            </a:pPr>
            <a:r>
              <a:rPr lang="es-CL" dirty="0" err="1"/>
              <a:t>CloudWorld</a:t>
            </a:r>
            <a:r>
              <a:rPr lang="es-CL" dirty="0"/>
              <a:t> es una tienda web enfocada en productos de vapeo.</a:t>
            </a:r>
            <a:br>
              <a:rPr lang="es-CL" dirty="0"/>
            </a:br>
            <a:r>
              <a:rPr lang="es-CL" dirty="0"/>
              <a:t>Permite registro de usuarios, compra de productos, administración y consumo de </a:t>
            </a:r>
            <a:r>
              <a:rPr lang="es-CL" dirty="0" err="1"/>
              <a:t>APIs</a:t>
            </a:r>
            <a:r>
              <a:rPr lang="es-CL" dirty="0"/>
              <a:t> externas.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CL" dirty="0"/>
              <a:t>Tecnologías utilizadas</a:t>
            </a:r>
            <a:endParaRPr lang="es-ES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73593" y="2413254"/>
            <a:ext cx="3804249" cy="3700462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r>
              <a:rPr lang="es-CL" dirty="0"/>
              <a:t>Django </a:t>
            </a:r>
          </a:p>
          <a:p>
            <a:r>
              <a:rPr lang="es-CL" dirty="0"/>
              <a:t>SQLite </a:t>
            </a:r>
          </a:p>
          <a:p>
            <a:r>
              <a:rPr lang="es-CL" dirty="0"/>
              <a:t>Bootstrap </a:t>
            </a:r>
          </a:p>
          <a:p>
            <a:r>
              <a:rPr lang="es-CL" dirty="0"/>
              <a:t>JavaScript / jQuery </a:t>
            </a:r>
          </a:p>
          <a:p>
            <a:r>
              <a:rPr lang="es-CL" dirty="0"/>
              <a:t>Django REST Framework </a:t>
            </a:r>
          </a:p>
          <a:p>
            <a:r>
              <a:rPr lang="es-CL" dirty="0" err="1"/>
              <a:t>APIs</a:t>
            </a:r>
            <a:r>
              <a:rPr lang="es-CL" dirty="0"/>
              <a:t> externas </a:t>
            </a:r>
          </a:p>
          <a:p>
            <a:pPr marL="0" indent="0" rtl="0">
              <a:buNone/>
            </a:pPr>
            <a:endParaRPr lang="es-ES" dirty="0"/>
          </a:p>
          <a:p>
            <a:pPr rtl="0"/>
            <a:endParaRPr lang="es-ES" dirty="0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67F75-CBD3-9B78-368C-C306C8A8C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92F1C4-DEEA-AE84-1CA9-650995CE2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rPr lang="es-CL" dirty="0"/>
              <a:t>Funcionalidades principales</a:t>
            </a:r>
            <a:endParaRPr lang="es-E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1F16963-BC06-2A2A-4229-28FE34969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L" altLang="es-C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Registro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Productos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Carrito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Perfil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CRUD productos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86F55CA-1A59-B069-ACF0-D5B0612F0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L" altLang="es-C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Registro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Productos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Carrito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Perfil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CRUD productos </a:t>
            </a:r>
          </a:p>
        </p:txBody>
      </p:sp>
      <p:sp>
        <p:nvSpPr>
          <p:cNvPr id="8" name="Marcador de texto 6">
            <a:extLst>
              <a:ext uri="{FF2B5EF4-FFF2-40B4-BE49-F238E27FC236}">
                <a16:creationId xmlns:a16="http://schemas.microsoft.com/office/drawing/2014/main" id="{640444D7-0F24-092D-2439-5814B4EF9FD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4840" y="2573533"/>
            <a:ext cx="3804249" cy="3700462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dirty="0"/>
              <a:t>Login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dirty="0"/>
              <a:t>Registro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dirty="0"/>
              <a:t>Productos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dirty="0"/>
              <a:t>Carrito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dirty="0"/>
              <a:t>Perfil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dirty="0"/>
              <a:t>CRUD productos</a:t>
            </a:r>
          </a:p>
          <a:p>
            <a:pPr marL="0" indent="0" rtl="0">
              <a:buNone/>
            </a:pPr>
            <a:endParaRPr lang="es-ES" dirty="0"/>
          </a:p>
          <a:p>
            <a:pPr rtl="0"/>
            <a:endParaRPr lang="es-ES" dirty="0"/>
          </a:p>
        </p:txBody>
      </p:sp>
      <p:sp>
        <p:nvSpPr>
          <p:cNvPr id="10" name="Marcador de texto 6">
            <a:extLst>
              <a:ext uri="{FF2B5EF4-FFF2-40B4-BE49-F238E27FC236}">
                <a16:creationId xmlns:a16="http://schemas.microsoft.com/office/drawing/2014/main" id="{B0EB3348-258A-F3BF-A542-6C6F176C5BC8}"/>
              </a:ext>
            </a:extLst>
          </p:cNvPr>
          <p:cNvSpPr txBox="1">
            <a:spLocks/>
          </p:cNvSpPr>
          <p:nvPr/>
        </p:nvSpPr>
        <p:spPr>
          <a:xfrm>
            <a:off x="6248400" y="3429000"/>
            <a:ext cx="3804249" cy="3700462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i="1" dirty="0"/>
              <a:t>El sistema permite gestionar productos, usuarios y pedidos mediante distintos roles.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268031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rPr lang="es-CL" dirty="0"/>
              <a:t>Base de datos</a:t>
            </a:r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2B93836-9AF7-180C-AC52-495196CAFC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76" r="9462" b="-1"/>
          <a:stretch>
            <a:fillRect/>
          </a:stretch>
        </p:blipFill>
        <p:spPr>
          <a:xfrm>
            <a:off x="595523" y="2676525"/>
            <a:ext cx="5746750" cy="3597470"/>
          </a:xfrm>
          <a:prstGeom prst="rect">
            <a:avLst/>
          </a:prstGeom>
          <a:noFill/>
        </p:spPr>
      </p:pic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1FC7B50-71A6-D8BE-C032-5EB4CF5706D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73351" y="3429000"/>
            <a:ext cx="3947160" cy="1874524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marL="0" indent="0">
              <a:buNone/>
            </a:pPr>
            <a:r>
              <a:rPr lang="es-CL" dirty="0"/>
              <a:t>Se implementaron modelos para usuarios, productos, categorías, carrito y pedidos.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BD29B5-1B58-809F-FEA7-B82105E94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8886" y="3499667"/>
            <a:ext cx="3776460" cy="2542810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CL" dirty="0"/>
              <a:t>Seguridad y validaciones</a:t>
            </a:r>
            <a:endParaRPr lang="es-E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7C3632C-2D2E-7026-33B8-EE42DA4BDB5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8006" y="1194617"/>
            <a:ext cx="5198269" cy="2305050"/>
          </a:xfrm>
        </p:spPr>
        <p:txBody>
          <a:bodyPr rtlCol="0">
            <a:normAutofit fontScale="92500" lnSpcReduction="20000"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Login Requerido</a:t>
            </a:r>
          </a:p>
          <a:p>
            <a:pPr rtl="0"/>
            <a:r>
              <a:rPr lang="es-ES" dirty="0"/>
              <a:t>Roles administrador/vendedor</a:t>
            </a:r>
          </a:p>
          <a:p>
            <a:pPr rtl="0"/>
            <a:r>
              <a:rPr lang="es-ES" dirty="0"/>
              <a:t>Validación contraseña</a:t>
            </a:r>
          </a:p>
          <a:p>
            <a:pPr rtl="0"/>
            <a:r>
              <a:rPr lang="es-ES" dirty="0"/>
              <a:t>Validaciones </a:t>
            </a:r>
            <a:r>
              <a:rPr lang="es-ES" dirty="0" err="1"/>
              <a:t>frontend</a:t>
            </a:r>
            <a:r>
              <a:rPr lang="es-ES" dirty="0"/>
              <a:t> JS</a:t>
            </a:r>
          </a:p>
          <a:p>
            <a:pPr rtl="0"/>
            <a:r>
              <a:rPr lang="es-ES" dirty="0"/>
              <a:t>Protección </a:t>
            </a:r>
            <a:r>
              <a:rPr lang="es-ES" dirty="0" err="1"/>
              <a:t>APIs</a:t>
            </a:r>
            <a:r>
              <a:rPr lang="es-ES" dirty="0"/>
              <a:t> DRF</a:t>
            </a:r>
          </a:p>
        </p:txBody>
      </p:sp>
    </p:spTree>
    <p:extLst>
      <p:ext uri="{BB962C8B-B14F-4D97-AF65-F5344CB8AC3E}">
        <p14:creationId xmlns:p14="http://schemas.microsoft.com/office/powerpoint/2010/main" val="3088225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246FF-A47A-236A-F0B7-A6334C631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FD82DB-998C-BA31-6315-E62FEA099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769278" cy="1574317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r>
              <a:rPr lang="es-CL" dirty="0" err="1"/>
              <a:t>APIs</a:t>
            </a:r>
            <a:endParaRPr lang="es-E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30E5CF0-F95E-5EA5-228C-F5FC2BA9E5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L" altLang="es-C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Registro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Productos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Carrito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Perfil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CRUD productos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6420F76-5ED0-332A-C887-F6D6D745B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L" altLang="es-CL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Registro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Productos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Carrito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Perfil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CRUD productos </a:t>
            </a:r>
          </a:p>
        </p:txBody>
      </p:sp>
      <p:sp>
        <p:nvSpPr>
          <p:cNvPr id="8" name="Marcador de texto 6">
            <a:extLst>
              <a:ext uri="{FF2B5EF4-FFF2-40B4-BE49-F238E27FC236}">
                <a16:creationId xmlns:a16="http://schemas.microsoft.com/office/drawing/2014/main" id="{2F36C39A-7E23-7800-FE4D-412CBF08107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7972" y="2323367"/>
            <a:ext cx="3804249" cy="915853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dirty="0"/>
              <a:t>Dólar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dirty="0"/>
              <a:t>Clima</a:t>
            </a:r>
          </a:p>
          <a:p>
            <a:endParaRPr lang="es-CL" dirty="0"/>
          </a:p>
          <a:p>
            <a:pPr marL="0" indent="0" rtl="0">
              <a:buNone/>
            </a:pPr>
            <a:endParaRPr lang="es-ES" dirty="0"/>
          </a:p>
          <a:p>
            <a:pPr rtl="0"/>
            <a:endParaRPr lang="es-ES" dirty="0"/>
          </a:p>
        </p:txBody>
      </p:sp>
      <p:sp>
        <p:nvSpPr>
          <p:cNvPr id="10" name="Marcador de texto 6">
            <a:extLst>
              <a:ext uri="{FF2B5EF4-FFF2-40B4-BE49-F238E27FC236}">
                <a16:creationId xmlns:a16="http://schemas.microsoft.com/office/drawing/2014/main" id="{60BA341C-9903-7C46-BFE6-B32467823990}"/>
              </a:ext>
            </a:extLst>
          </p:cNvPr>
          <p:cNvSpPr txBox="1">
            <a:spLocks/>
          </p:cNvSpPr>
          <p:nvPr/>
        </p:nvSpPr>
        <p:spPr>
          <a:xfrm>
            <a:off x="594360" y="3751043"/>
            <a:ext cx="3804249" cy="2574985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i="1" dirty="0"/>
              <a:t>Se consumieron </a:t>
            </a:r>
            <a:r>
              <a:rPr lang="es-CL" i="1" dirty="0" err="1"/>
              <a:t>APIs</a:t>
            </a:r>
            <a:r>
              <a:rPr lang="es-CL" i="1" dirty="0"/>
              <a:t> externas utilizando </a:t>
            </a:r>
            <a:r>
              <a:rPr lang="es-CL" i="1" dirty="0" err="1"/>
              <a:t>request</a:t>
            </a:r>
            <a:r>
              <a:rPr lang="es-CL" i="1" dirty="0"/>
              <a:t> y manejo de errores</a:t>
            </a:r>
            <a:endParaRPr lang="es-CL" dirty="0"/>
          </a:p>
          <a:p>
            <a:r>
              <a:rPr lang="es-CL" dirty="0"/>
              <a:t>Mejores implementadas: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dirty="0"/>
              <a:t>Cache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dirty="0"/>
              <a:t>Mensaje de error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3DCF886-4B47-571F-FAA6-4FC7D0300472}"/>
              </a:ext>
            </a:extLst>
          </p:cNvPr>
          <p:cNvSpPr txBox="1">
            <a:spLocks/>
          </p:cNvSpPr>
          <p:nvPr/>
        </p:nvSpPr>
        <p:spPr>
          <a:xfrm>
            <a:off x="5543047" y="225004"/>
            <a:ext cx="2962598" cy="1574317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defPPr>
              <a:defRPr lang="es-ES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s-ES"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es-ES">
                <a:solidFill>
                  <a:schemeClr val="tx2"/>
                </a:solidFill>
              </a:defRPr>
            </a:lvl2pPr>
            <a:lvl3pPr eaLnBrk="1" hangingPunct="1">
              <a:defRPr lang="es-ES">
                <a:solidFill>
                  <a:schemeClr val="tx2"/>
                </a:solidFill>
              </a:defRPr>
            </a:lvl3pPr>
            <a:lvl4pPr eaLnBrk="1" hangingPunct="1">
              <a:defRPr lang="es-ES">
                <a:solidFill>
                  <a:schemeClr val="tx2"/>
                </a:solidFill>
              </a:defRPr>
            </a:lvl4pPr>
            <a:lvl5pPr eaLnBrk="1" hangingPunct="1">
              <a:defRPr lang="es-ES">
                <a:solidFill>
                  <a:schemeClr val="tx2"/>
                </a:solidFill>
              </a:defRPr>
            </a:lvl5pPr>
            <a:lvl6pPr eaLnBrk="1" hangingPunct="1">
              <a:defRPr lang="es-ES">
                <a:solidFill>
                  <a:schemeClr val="tx2"/>
                </a:solidFill>
              </a:defRPr>
            </a:lvl6pPr>
            <a:lvl7pPr eaLnBrk="1" hangingPunct="1">
              <a:defRPr lang="es-ES">
                <a:solidFill>
                  <a:schemeClr val="tx2"/>
                </a:solidFill>
              </a:defRPr>
            </a:lvl7pPr>
            <a:lvl8pPr eaLnBrk="1" hangingPunct="1">
              <a:defRPr lang="es-ES">
                <a:solidFill>
                  <a:schemeClr val="tx2"/>
                </a:solidFill>
              </a:defRPr>
            </a:lvl8pPr>
            <a:lvl9pPr eaLnBrk="1" hangingPunct="1">
              <a:defRPr lang="es-ES">
                <a:solidFill>
                  <a:schemeClr val="tx2"/>
                </a:solidFill>
              </a:defRPr>
            </a:lvl9pPr>
          </a:lstStyle>
          <a:p>
            <a:r>
              <a:rPr lang="es-CL" dirty="0"/>
              <a:t>API REST</a:t>
            </a:r>
          </a:p>
        </p:txBody>
      </p:sp>
      <p:sp>
        <p:nvSpPr>
          <p:cNvPr id="6" name="Marcador de texto 6">
            <a:extLst>
              <a:ext uri="{FF2B5EF4-FFF2-40B4-BE49-F238E27FC236}">
                <a16:creationId xmlns:a16="http://schemas.microsoft.com/office/drawing/2014/main" id="{0F16D65A-DF3C-E640-9D9B-3A303D8EC814}"/>
              </a:ext>
            </a:extLst>
          </p:cNvPr>
          <p:cNvSpPr txBox="1">
            <a:spLocks/>
          </p:cNvSpPr>
          <p:nvPr/>
        </p:nvSpPr>
        <p:spPr>
          <a:xfrm>
            <a:off x="5543047" y="2323367"/>
            <a:ext cx="3804249" cy="915853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dirty="0"/>
              <a:t>/api/productos/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dirty="0"/>
              <a:t>/api/categorías/</a:t>
            </a:r>
          </a:p>
          <a:p>
            <a:endParaRPr lang="es-CL" dirty="0"/>
          </a:p>
          <a:p>
            <a:endParaRPr lang="es-CL" dirty="0"/>
          </a:p>
          <a:p>
            <a:endParaRPr lang="es-CL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2CD8E493-0B68-83C0-F19A-A3D2C5040353}"/>
              </a:ext>
            </a:extLst>
          </p:cNvPr>
          <p:cNvSpPr txBox="1">
            <a:spLocks/>
          </p:cNvSpPr>
          <p:nvPr/>
        </p:nvSpPr>
        <p:spPr>
          <a:xfrm>
            <a:off x="5543046" y="3899126"/>
            <a:ext cx="3804249" cy="1511060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s-ES"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dirty="0"/>
              <a:t>Uso de DRF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dirty="0"/>
              <a:t>Autenticación requerida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dirty="0"/>
              <a:t>Paginación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634071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Conclusión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E734F0-2DDD-AF70-F13D-F9E4C1929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4360" y="4549552"/>
            <a:ext cx="5486400" cy="1645920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CL" dirty="0"/>
              <a:t>El proyecto permitió aplicar desarrollo </a:t>
            </a:r>
            <a:r>
              <a:rPr lang="es-CL" dirty="0" err="1"/>
              <a:t>fullstack</a:t>
            </a:r>
            <a:r>
              <a:rPr lang="es-CL" dirty="0"/>
              <a:t> con Django, autenticación, </a:t>
            </a:r>
            <a:r>
              <a:rPr lang="es-CL" dirty="0" err="1"/>
              <a:t>APIs</a:t>
            </a:r>
            <a:r>
              <a:rPr lang="es-CL" dirty="0"/>
              <a:t> REST y consumo de servicios externos.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32797_TF78853419_Win32" id="{89881BBC-4720-4DBD-B653-230ED84EDDDD}" vid="{D5D0700E-9D65-401B-B37B-B3D39C01EE22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{094ABC5D-0082-414A-A732-B64EDEF05E32}TFd3b75063-ff25-434d-b12c-efeaf07d16c3e7f35a69_win32-0d75b5563924</Template>
  <TotalTime>68</TotalTime>
  <Words>201</Words>
  <Application>Microsoft Office PowerPoint</Application>
  <PresentationFormat>Panorámica</PresentationFormat>
  <Paragraphs>84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Calibri</vt:lpstr>
      <vt:lpstr>Franklin Gothic Book</vt:lpstr>
      <vt:lpstr>Franklin Gothic Demi</vt:lpstr>
      <vt:lpstr>Personalizar</vt:lpstr>
      <vt:lpstr>CloudWorld</vt:lpstr>
      <vt:lpstr>Descripción del proyecto</vt:lpstr>
      <vt:lpstr>Tecnologías utilizadas</vt:lpstr>
      <vt:lpstr>Funcionalidades principales</vt:lpstr>
      <vt:lpstr>Base de datos</vt:lpstr>
      <vt:lpstr>Seguridad y validaciones</vt:lpstr>
      <vt:lpstr>APIs</vt:lpstr>
      <vt:lpstr>Conclusión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BASTIAN ARIEL NAVARRETE LABRA</dc:creator>
  <cp:lastModifiedBy>BASTIAN ARIEL NAVARRETE LABRA</cp:lastModifiedBy>
  <cp:revision>1</cp:revision>
  <dcterms:created xsi:type="dcterms:W3CDTF">2026-05-08T23:33:23Z</dcterms:created>
  <dcterms:modified xsi:type="dcterms:W3CDTF">2026-05-09T00:41:55Z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